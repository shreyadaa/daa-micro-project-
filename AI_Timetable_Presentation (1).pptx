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AI-Based Timetable Generation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Aligned with NEP 2020</a:t>
            </a:r>
          </a:p>
          <a:p/>
          <a:p>
            <a:r>
              <a:t>Shreya.D (2411021061105)</a:t>
            </a:r>
          </a:p>
          <a:p>
            <a:r>
              <a:t>Priyanka.R (2411021060251)</a:t>
            </a:r>
          </a:p>
          <a:p>
            <a:r>
              <a:t>Chinthala Hasini (2411021061159)</a:t>
            </a:r>
          </a:p>
          <a:p>
            <a:r>
              <a:t>Vedaanth Setty (2411021061145)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Automated timetable generation</a:t>
            </a:r>
          </a:p>
          <a:p>
            <a:r>
              <a:t>• Avoids conflicts</a:t>
            </a:r>
          </a:p>
          <a:p>
            <a:r>
              <a:t>• Supports multidisciplinary education</a:t>
            </a:r>
          </a:p>
          <a:p>
            <a:r>
              <a:t>• Based on AI &amp; graph algorithms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Assign time slots &amp; classrooms</a:t>
            </a:r>
          </a:p>
          <a:p>
            <a:r>
              <a:t>• No instructor conflict</a:t>
            </a:r>
          </a:p>
          <a:p>
            <a:r>
              <a:t>• No classroom overlap</a:t>
            </a:r>
          </a:p>
          <a:p>
            <a:r>
              <a:t>• All courses scheduled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Graph Representation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Courses → Vertices</a:t>
            </a:r>
          </a:p>
          <a:p>
            <a:r>
              <a:t>• Conflicts → Edges</a:t>
            </a:r>
          </a:p>
          <a:p>
            <a:r>
              <a:t>• Coloring = Time slots</a:t>
            </a:r>
          </a:p>
          <a:p>
            <a:r>
              <a:t>• Ensures no clashes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Graph Coloring</a:t>
            </a:r>
          </a:p>
          <a:p>
            <a:r>
              <a:t>• Backtracking</a:t>
            </a:r>
          </a:p>
          <a:p>
            <a:r>
              <a:t>• Try assigning slots</a:t>
            </a:r>
          </a:p>
          <a:p>
            <a:r>
              <a:t>• Backtrack if conflict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Snippet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 is_safe(course, slot, graph, colors):</a:t>
            </a:r>
          </a:p>
          <a:p>
            <a:r>
              <a:t>    for neighbor in graph[course]:</a:t>
            </a:r>
          </a:p>
          <a:p>
            <a:r>
              <a:t>        if colors[neighbor] == slot:</a:t>
            </a:r>
          </a:p>
          <a:p>
            <a:r>
              <a:t>            return False</a:t>
            </a:r>
          </a:p>
          <a:p>
            <a:r>
              <a:t>    return True</a:t>
            </a:r>
          </a:p>
          <a:p/>
          <a:p>
            <a:r>
              <a:t>def solve(course, graph, m, colors):</a:t>
            </a:r>
          </a:p>
          <a:p>
            <a:r>
              <a:t>    if course == len(graph):</a:t>
            </a:r>
          </a:p>
          <a:p>
            <a:r>
              <a:t>        return True</a:t>
            </a:r>
          </a:p>
          <a:p>
            <a:r>
              <a:t>    for c in range(1, m+1):</a:t>
            </a:r>
          </a:p>
          <a:p>
            <a:r>
              <a:t>        if is_safe(course, c, graph, colors):</a:t>
            </a:r>
          </a:p>
          <a:p>
            <a:r>
              <a:t>            colors[course] = c</a:t>
            </a:r>
          </a:p>
          <a:p>
            <a:r>
              <a:t>            if solve(course+1, graph, m, colors):</a:t>
            </a:r>
          </a:p>
          <a:p>
            <a:r>
              <a:t>                return True</a:t>
            </a:r>
          </a:p>
          <a:p>
            <a:r>
              <a:t>            colors[course] = 0</a:t>
            </a:r>
          </a:p>
          <a:p>
            <a:r>
              <a:t>    return False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Complexity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NP-Hard problem</a:t>
            </a:r>
          </a:p>
          <a:p>
            <a:r>
              <a:t>• Time: O(m^n)</a:t>
            </a:r>
          </a:p>
          <a:p>
            <a:r>
              <a:t>• Efficient with pruning</a:t>
            </a:r>
          </a:p>
          <a:p>
            <a:r>
              <a:t>• Scales with constraints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Conflict-free timetable</a:t>
            </a:r>
          </a:p>
          <a:p>
            <a:r>
              <a:t>• Uses AI techniques</a:t>
            </a:r>
          </a:p>
          <a:p>
            <a:r>
              <a:t>• Scalable solution</a:t>
            </a:r>
          </a:p>
          <a:p>
            <a:r>
              <a:t>• Useful for universities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